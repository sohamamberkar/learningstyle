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Learning Style Prediction for Adaptive E-Learning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Manas Dutt (22BCE1350)</a:t>
            </a:r>
          </a:p>
          <a:p>
            <a:r>
              <a:t>Urvi Samirkumar Shah (22BCE1174)</a:t>
            </a:r>
          </a:p>
          <a:p>
            <a:r>
              <a:t>Soham Yogesh Amberkar (22BCE1770)</a:t>
            </a:r>
          </a:p>
          <a:p/>
          <a:p>
            <a:r>
              <a:t>Guide: Dr. Vijayalakshmi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E-Learning (MOOCs, LMS) is growing but often lacks personalization.</a:t>
            </a:r>
          </a:p>
          <a:p>
            <a:r>
              <a:t>• One-size-fits-all approach reduces student engagement.</a:t>
            </a:r>
          </a:p>
          <a:p>
            <a:r>
              <a:t>• Traditional learning style identification relies on static surveys.</a:t>
            </a:r>
          </a:p>
          <a:p>
            <a:r>
              <a:t>• Need for real-time, behavior-based detection using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Existing LMS Lack Scalability: Manual surveys are impractical for large classes.</a:t>
            </a:r>
          </a:p>
          <a:p>
            <a:r>
              <a:t>• Static &amp; Biased: Self-reported questionnaires may not reflect actual behavior.</a:t>
            </a:r>
          </a:p>
          <a:p>
            <a:r>
              <a:t>• Underuse of Advanced AI: Modern techniques like Graph Learning are unexplored.</a:t>
            </a:r>
          </a:p>
          <a:p>
            <a:r>
              <a:t>• Lack of Explainability: Educators need to understand 'WHY' a style is predicted.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an automated, AI-driven system to predict learning styles from LMS logs.</a:t>
            </a:r>
          </a:p>
          <a:p>
            <a:r>
              <a:t>• Implement Semi-Supervised Learning to handle limited labeled data.</a:t>
            </a:r>
          </a:p>
          <a:p>
            <a:r>
              <a:t>• Map behavioral features to the Felder-Silverman Learning Style Model (FSLSM).</a:t>
            </a:r>
          </a:p>
          <a:p>
            <a:r>
              <a:t>• Create an Analytics Dashboard for faculty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Data Collection: Extract logs (video views, quizzes).</a:t>
            </a:r>
          </a:p>
          <a:p/>
          <a:p>
            <a:r>
              <a:t>2. Feature Engineering: Align actions with FSLSM dimensions.</a:t>
            </a:r>
          </a:p>
          <a:p>
            <a:r>
              <a:t>3. Modeling: Hybrid Neural Networks &amp; Ensemble Boosting.</a:t>
            </a:r>
          </a:p>
          <a:p>
            <a:r>
              <a:t>4. Semi-Supervised: Leverage unlabeled data.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Languages: Python (3.x)</a:t>
            </a:r>
          </a:p>
          <a:p>
            <a:r>
              <a:t>• Machine Learning: Scikit-learn, LightGBM, CatBoost, PyTorch/TensorFlow</a:t>
            </a:r>
          </a:p>
          <a:p>
            <a:r>
              <a:t>• Data Processing: Pandas, NumPy, SMOTE (Imbalanced-learn)</a:t>
            </a:r>
          </a:p>
          <a:p>
            <a:r>
              <a:t>• Visualization: Matplotlib, Seaborn, SHAP (Explainability)</a:t>
            </a:r>
          </a:p>
          <a:p>
            <a:r>
              <a:t>• Tools: Jupyter Notebooks, 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&gt;85% Accuracy in Learning Style Prediction.</a:t>
            </a:r>
          </a:p>
          <a:p>
            <a:r>
              <a:t>• Real-time, scalable detection without surveys.</a:t>
            </a:r>
          </a:p>
          <a:p>
            <a:r>
              <a:t>• Actionable insights for instructors via dashboard.</a:t>
            </a:r>
          </a:p>
          <a:p>
            <a:r>
              <a:t>• Framework for future Adaptive Content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IEEE Transactions on Learning Technologies (2024). 'Learning Style Identification...'</a:t>
            </a:r>
          </a:p>
          <a:p>
            <a:pPr>
              <a:defRPr sz="1400"/>
            </a:pPr>
            <a:r>
              <a:t>2. Felder, R. M. &amp; Silverman, L. K. (1988). 'Learning and Teaching Styles in Engineering Education.'</a:t>
            </a:r>
          </a:p>
          <a:p>
            <a:pPr>
              <a:defRPr sz="1400"/>
            </a:pPr>
            <a:r>
              <a:t>3. GitHub Datasets: 'Learning-style-prediction-identification-using-Machine-Learning'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0" y="2743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